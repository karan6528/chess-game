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68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12801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 Chess Challenge ♟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BC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2D Chess Game Built for the Hackathon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 Hackathon 2026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3132" y="43117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·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B9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LODHA</a:t>
            </a:r>
          </a:p>
          <a:p>
            <a:endParaRPr lang="en-US" sz="1200" dirty="0">
              <a:solidFill>
                <a:srgbClr val="B9D9C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B9D9C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0" y="7315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394960" y="7315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852160" y="7315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09360" y="7315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766560" y="7315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223760" y="7315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680960" y="7315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138160" y="7315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937760" y="11887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394960" y="11887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852160" y="11887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09360" y="11887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766560" y="11887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223760" y="11887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680960" y="11887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138160" y="11887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937760" y="16459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394960" y="16459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852160" y="16459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309360" y="16459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766560" y="16459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680960" y="16459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138160" y="16459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937760" y="21031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394960" y="21031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852160" y="21031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766560" y="21031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223760" y="21031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680960" y="21031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138160" y="21031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937760" y="25603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394960" y="25603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309360" y="25603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766560" y="25603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223760" y="25603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680960" y="25603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138160" y="25603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37760" y="30175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394960" y="30175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852160" y="30175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766560" y="30175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7223760" y="30175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680960" y="30175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8138160" y="30175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937760" y="34747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394960" y="34747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5852160" y="34747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6309360" y="34747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766560" y="34747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7223760" y="34747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680960" y="34747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138160" y="34747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937760" y="39319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5394960" y="39319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5852160" y="39319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309360" y="39319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6766560" y="39319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223760" y="39319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680960" y="3931920"/>
            <a:ext cx="457200" cy="45720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8138160" y="3931920"/>
            <a:ext cx="457200" cy="457200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 txBox="1"/>
          <p:nvPr/>
        </p:nvSpPr>
        <p:spPr>
          <a:xfrm>
            <a:off x="493776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♜</a:t>
            </a:r>
            <a:endParaRPr lang="en-US" sz="2200" dirty="0"/>
          </a:p>
        </p:txBody>
      </p:sp>
      <p:sp>
        <p:nvSpPr>
          <p:cNvPr id="74" name="Text 72"/>
          <p:cNvSpPr txBox="1"/>
          <p:nvPr/>
        </p:nvSpPr>
        <p:spPr>
          <a:xfrm>
            <a:off x="539496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2200" dirty="0"/>
          </a:p>
        </p:txBody>
      </p:sp>
      <p:sp>
        <p:nvSpPr>
          <p:cNvPr id="75" name="Text 73"/>
          <p:cNvSpPr txBox="1"/>
          <p:nvPr/>
        </p:nvSpPr>
        <p:spPr>
          <a:xfrm>
            <a:off x="585216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♝</a:t>
            </a:r>
            <a:endParaRPr lang="en-US" sz="2200" dirty="0"/>
          </a:p>
        </p:txBody>
      </p:sp>
      <p:sp>
        <p:nvSpPr>
          <p:cNvPr id="76" name="Text 74"/>
          <p:cNvSpPr txBox="1"/>
          <p:nvPr/>
        </p:nvSpPr>
        <p:spPr>
          <a:xfrm>
            <a:off x="630936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♛</a:t>
            </a:r>
            <a:endParaRPr lang="en-US" sz="2200" dirty="0"/>
          </a:p>
        </p:txBody>
      </p:sp>
      <p:sp>
        <p:nvSpPr>
          <p:cNvPr id="77" name="Text 75"/>
          <p:cNvSpPr txBox="1"/>
          <p:nvPr/>
        </p:nvSpPr>
        <p:spPr>
          <a:xfrm>
            <a:off x="676656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♚</a:t>
            </a:r>
            <a:endParaRPr lang="en-US" sz="2200" dirty="0"/>
          </a:p>
        </p:txBody>
      </p:sp>
      <p:sp>
        <p:nvSpPr>
          <p:cNvPr id="78" name="Text 76"/>
          <p:cNvSpPr txBox="1"/>
          <p:nvPr/>
        </p:nvSpPr>
        <p:spPr>
          <a:xfrm>
            <a:off x="722376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♝</a:t>
            </a:r>
            <a:endParaRPr lang="en-US" sz="2200" dirty="0"/>
          </a:p>
        </p:txBody>
      </p:sp>
      <p:sp>
        <p:nvSpPr>
          <p:cNvPr id="79" name="Text 77"/>
          <p:cNvSpPr txBox="1"/>
          <p:nvPr/>
        </p:nvSpPr>
        <p:spPr>
          <a:xfrm>
            <a:off x="768096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2200" dirty="0"/>
          </a:p>
        </p:txBody>
      </p:sp>
      <p:sp>
        <p:nvSpPr>
          <p:cNvPr id="80" name="Text 78"/>
          <p:cNvSpPr txBox="1"/>
          <p:nvPr/>
        </p:nvSpPr>
        <p:spPr>
          <a:xfrm>
            <a:off x="8138160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♜</a:t>
            </a:r>
            <a:endParaRPr lang="en-US" sz="2200" dirty="0"/>
          </a:p>
        </p:txBody>
      </p:sp>
      <p:sp>
        <p:nvSpPr>
          <p:cNvPr id="81" name="Text 79"/>
          <p:cNvSpPr txBox="1"/>
          <p:nvPr/>
        </p:nvSpPr>
        <p:spPr>
          <a:xfrm>
            <a:off x="4937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82" name="Text 80"/>
          <p:cNvSpPr txBox="1"/>
          <p:nvPr/>
        </p:nvSpPr>
        <p:spPr>
          <a:xfrm>
            <a:off x="53949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83" name="Text 81"/>
          <p:cNvSpPr txBox="1"/>
          <p:nvPr/>
        </p:nvSpPr>
        <p:spPr>
          <a:xfrm>
            <a:off x="5852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84" name="Text 82"/>
          <p:cNvSpPr txBox="1"/>
          <p:nvPr/>
        </p:nvSpPr>
        <p:spPr>
          <a:xfrm>
            <a:off x="6309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85" name="Text 83"/>
          <p:cNvSpPr txBox="1"/>
          <p:nvPr/>
        </p:nvSpPr>
        <p:spPr>
          <a:xfrm>
            <a:off x="67665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86" name="Text 84"/>
          <p:cNvSpPr txBox="1"/>
          <p:nvPr/>
        </p:nvSpPr>
        <p:spPr>
          <a:xfrm>
            <a:off x="7223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87" name="Text 85"/>
          <p:cNvSpPr txBox="1"/>
          <p:nvPr/>
        </p:nvSpPr>
        <p:spPr>
          <a:xfrm>
            <a:off x="76809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88" name="Text 86"/>
          <p:cNvSpPr txBox="1"/>
          <p:nvPr/>
        </p:nvSpPr>
        <p:spPr>
          <a:xfrm>
            <a:off x="8138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89" name="Text 87"/>
          <p:cNvSpPr txBox="1"/>
          <p:nvPr/>
        </p:nvSpPr>
        <p:spPr>
          <a:xfrm>
            <a:off x="4937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90" name="Text 88"/>
          <p:cNvSpPr txBox="1"/>
          <p:nvPr/>
        </p:nvSpPr>
        <p:spPr>
          <a:xfrm>
            <a:off x="53949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91" name="Text 89"/>
          <p:cNvSpPr txBox="1"/>
          <p:nvPr/>
        </p:nvSpPr>
        <p:spPr>
          <a:xfrm>
            <a:off x="58521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92" name="Text 90"/>
          <p:cNvSpPr txBox="1"/>
          <p:nvPr/>
        </p:nvSpPr>
        <p:spPr>
          <a:xfrm>
            <a:off x="63093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93" name="Text 91"/>
          <p:cNvSpPr txBox="1"/>
          <p:nvPr/>
        </p:nvSpPr>
        <p:spPr>
          <a:xfrm>
            <a:off x="67665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94" name="Text 92"/>
          <p:cNvSpPr txBox="1"/>
          <p:nvPr/>
        </p:nvSpPr>
        <p:spPr>
          <a:xfrm>
            <a:off x="72237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95" name="Text 93"/>
          <p:cNvSpPr txBox="1"/>
          <p:nvPr/>
        </p:nvSpPr>
        <p:spPr>
          <a:xfrm>
            <a:off x="76809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96" name="Text 94"/>
          <p:cNvSpPr txBox="1"/>
          <p:nvPr/>
        </p:nvSpPr>
        <p:spPr>
          <a:xfrm>
            <a:off x="81381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200" dirty="0"/>
          </a:p>
        </p:txBody>
      </p:sp>
      <p:sp>
        <p:nvSpPr>
          <p:cNvPr id="97" name="Text 95"/>
          <p:cNvSpPr txBox="1"/>
          <p:nvPr/>
        </p:nvSpPr>
        <p:spPr>
          <a:xfrm>
            <a:off x="49377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♜</a:t>
            </a:r>
            <a:endParaRPr lang="en-US" sz="2200" dirty="0"/>
          </a:p>
        </p:txBody>
      </p:sp>
      <p:sp>
        <p:nvSpPr>
          <p:cNvPr id="98" name="Text 96"/>
          <p:cNvSpPr txBox="1"/>
          <p:nvPr/>
        </p:nvSpPr>
        <p:spPr>
          <a:xfrm>
            <a:off x="53949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2200" dirty="0"/>
          </a:p>
        </p:txBody>
      </p:sp>
      <p:sp>
        <p:nvSpPr>
          <p:cNvPr id="99" name="Text 97"/>
          <p:cNvSpPr txBox="1"/>
          <p:nvPr/>
        </p:nvSpPr>
        <p:spPr>
          <a:xfrm>
            <a:off x="58521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♝</a:t>
            </a:r>
            <a:endParaRPr lang="en-US" sz="2200" dirty="0"/>
          </a:p>
        </p:txBody>
      </p:sp>
      <p:sp>
        <p:nvSpPr>
          <p:cNvPr id="100" name="Text 98"/>
          <p:cNvSpPr txBox="1"/>
          <p:nvPr/>
        </p:nvSpPr>
        <p:spPr>
          <a:xfrm>
            <a:off x="63093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♛</a:t>
            </a:r>
            <a:endParaRPr lang="en-US" sz="2200" dirty="0"/>
          </a:p>
        </p:txBody>
      </p:sp>
      <p:sp>
        <p:nvSpPr>
          <p:cNvPr id="101" name="Text 99"/>
          <p:cNvSpPr txBox="1"/>
          <p:nvPr/>
        </p:nvSpPr>
        <p:spPr>
          <a:xfrm>
            <a:off x="67665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♚</a:t>
            </a:r>
            <a:endParaRPr lang="en-US" sz="2200" dirty="0"/>
          </a:p>
        </p:txBody>
      </p:sp>
      <p:sp>
        <p:nvSpPr>
          <p:cNvPr id="102" name="Text 100"/>
          <p:cNvSpPr txBox="1"/>
          <p:nvPr/>
        </p:nvSpPr>
        <p:spPr>
          <a:xfrm>
            <a:off x="72237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♝</a:t>
            </a:r>
            <a:endParaRPr lang="en-US" sz="2200" dirty="0"/>
          </a:p>
        </p:txBody>
      </p:sp>
      <p:sp>
        <p:nvSpPr>
          <p:cNvPr id="103" name="Text 101"/>
          <p:cNvSpPr txBox="1"/>
          <p:nvPr/>
        </p:nvSpPr>
        <p:spPr>
          <a:xfrm>
            <a:off x="76809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2200" dirty="0"/>
          </a:p>
        </p:txBody>
      </p:sp>
      <p:sp>
        <p:nvSpPr>
          <p:cNvPr id="104" name="Text 102"/>
          <p:cNvSpPr txBox="1"/>
          <p:nvPr/>
        </p:nvSpPr>
        <p:spPr>
          <a:xfrm>
            <a:off x="81381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♜</a:t>
            </a:r>
            <a:endParaRPr lang="en-US" sz="2200" dirty="0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97D38BDE-A813-ED74-E33C-1AFEE9861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"/>
            <a:ext cx="868680" cy="86868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DF8E947C-B044-B353-4E87-06BFA56D5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34290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91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 Chess Challenge · Hackathon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4754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566160" cy="329184"/>
          </a:xfrm>
          <a:prstGeom prst="roundRect">
            <a:avLst>
              <a:gd name="adj" fmla="val 27778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21792" y="1298448"/>
            <a:ext cx="109728" cy="109728"/>
          </a:xfrm>
          <a:prstGeom prst="ellipse">
            <a:avLst/>
          </a:prstGeom>
          <a:solidFill>
            <a:srgbClr val="7BC8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04672" y="1298448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87552" y="1298448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234440" y="178308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737360" y="1783080"/>
            <a:ext cx="502920" cy="50292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240280" y="178308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0" y="1783080"/>
            <a:ext cx="502920" cy="50292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234440" y="2286000"/>
            <a:ext cx="502920" cy="50292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737360" y="228600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40280" y="2286000"/>
            <a:ext cx="502920" cy="50292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0" y="228600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234440" y="278892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737360" y="2788920"/>
            <a:ext cx="502920" cy="50292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40280" y="278892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0" y="2788920"/>
            <a:ext cx="502920" cy="50292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234440" y="3291840"/>
            <a:ext cx="502920" cy="50292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737360" y="329184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240280" y="3291840"/>
            <a:ext cx="502920" cy="502920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0" y="329184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12344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♜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22402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17373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♛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27432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♚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chess  →  interactive browser experience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480560" y="1143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chess, reimagined as an interactive browser experience with a GISMA-inspired identity.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480560" y="21488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4590288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Interactive two-player chess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75120" y="21488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6784848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Modern GISMA-inspired design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80560" y="29260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4590288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Player name registration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75120" y="29260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784848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Timed gameplay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80560" y="37033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4590288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Move history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75120" y="37033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6784848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Chess rule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91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Game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 Chess Challenge · Hackathon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4754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371600" cy="2468880"/>
          </a:xfrm>
          <a:prstGeom prst="roundRect">
            <a:avLst>
              <a:gd name="adj" fmla="val 6667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80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enter their names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377440"/>
            <a:ext cx="342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171700" y="1371600"/>
            <a:ext cx="1371600" cy="2468880"/>
          </a:xfrm>
          <a:prstGeom prst="roundRect">
            <a:avLst>
              <a:gd name="adj" fmla="val 6667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28900" y="15544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6289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1717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2263140" y="2880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“Start Game”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43300" y="2377440"/>
            <a:ext cx="342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86200" y="1371600"/>
            <a:ext cx="1371600" cy="2468880"/>
          </a:xfrm>
          <a:prstGeom prst="roundRect">
            <a:avLst>
              <a:gd name="adj" fmla="val 6667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♟️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2880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board appears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2377440"/>
            <a:ext cx="342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600700" y="1371600"/>
            <a:ext cx="1371600" cy="2468880"/>
          </a:xfrm>
          <a:prstGeom prst="roundRect">
            <a:avLst>
              <a:gd name="adj" fmla="val 6667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57900" y="15544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0579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6007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5692140" y="2880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make legal moves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72300" y="2377440"/>
            <a:ext cx="342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315200" y="1371600"/>
            <a:ext cx="1371600" cy="2468880"/>
          </a:xfrm>
          <a:prstGeom prst="roundRect">
            <a:avLst>
              <a:gd name="adj" fmla="val 6667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772400" y="15544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7772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</a:t>
            </a:r>
            <a:endParaRPr lang="en-US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7406640" y="2880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detects the final result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click to final result in five simple steps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91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 Chess Challenge · Hackathon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4754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0120" y="1417320"/>
            <a:ext cx="548640" cy="548640"/>
          </a:xfrm>
          <a:prstGeom prst="ellipse">
            <a:avLst/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960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♟️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8×8 Chess Board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25980" y="128016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628900" y="1417320"/>
            <a:ext cx="548640" cy="548640"/>
          </a:xfrm>
          <a:prstGeom prst="ellipse">
            <a:avLst/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6289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21742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 Names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128016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Piece Selection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63540" y="128016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66460" y="1417320"/>
            <a:ext cx="548640" cy="548640"/>
          </a:xfrm>
          <a:prstGeom prst="ellipse">
            <a:avLst/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9664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55498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Move Validation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128016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635240" y="1417320"/>
            <a:ext cx="548640" cy="548640"/>
          </a:xfrm>
          <a:prstGeom prst="ellipse">
            <a:avLst/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76352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Detection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60120" y="3108960"/>
            <a:ext cx="548640" cy="548640"/>
          </a:xfrm>
          <a:prstGeom prst="ellipse">
            <a:avLst/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9601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749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Checkmate Detection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125980" y="297180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28900" y="3108960"/>
            <a:ext cx="548640" cy="548640"/>
          </a:xfrm>
          <a:prstGeom prst="ellipse">
            <a:avLst/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26289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2217420" y="3749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Stalemate Detection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94760" y="297180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297680" y="3108960"/>
            <a:ext cx="548640" cy="548640"/>
          </a:xfrm>
          <a:prstGeom prst="ellipse">
            <a:avLst/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42976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3886200" y="3749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Timer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63540" y="297180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966460" y="3108960"/>
            <a:ext cx="548640" cy="548640"/>
          </a:xfrm>
          <a:prstGeom prst="ellipse">
            <a:avLst/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59664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5554980" y="3749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History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32320" y="297180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635240" y="3108960"/>
            <a:ext cx="548640" cy="548640"/>
          </a:xfrm>
          <a:prstGeom prst="ellipse">
            <a:avLst/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76352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7223760" y="3749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91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 Chess Challenge · Hackathon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4754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57200" y="11887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651760" y="13716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65176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HTML5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6634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CSS3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13716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67512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JavaScript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148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57200" y="23774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68880" y="237744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651760" y="2560320"/>
            <a:ext cx="5852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2651760" y="25603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♟️ JavaScript-based custom chess logic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337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57200" y="35661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468880" y="356616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651760" y="374904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2651760" y="3749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Visual Studio Code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0" y="374904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5669280" y="3749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Web Browser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91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Chess Engine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 Chess Challenge · Hackathon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4754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0B3D2E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30352" y="1188720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Click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18872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65376" y="11887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0B3D2E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938528" y="1188720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Selection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54096" y="118872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73552" y="11887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14634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346704" y="1188720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Move Calculation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118872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81728" y="11887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0B3D2E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754880" y="1188720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Validation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70448" y="118872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89904" y="11887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0B3D2E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163056" y="1188720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Update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18872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98080" y="11887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0B3D2E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571232" y="1188720"/>
            <a:ext cx="1042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 Check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supports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57200" y="28346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Pawn movement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65376" y="283464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1865376" y="28346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movement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73552" y="283464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3273552" y="28346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 movement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81728" y="283464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4681728" y="28346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 movement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9904" y="283464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089904" y="28346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 movement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98080" y="283464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7498080" y="28346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movement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42900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457200" y="34290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865376" y="342900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1865376" y="34290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passant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73552" y="342900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3273552" y="34290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Pawn promotion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81728" y="342900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4681728" y="34290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89904" y="342900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6089904" y="34290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Checkmate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98080" y="342900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7498080" y="34290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Stalemate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91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 Chess Challenge · Hackathon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4754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57200" y="1005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37160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57200" y="15179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Screen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88366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57200" y="2029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Names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957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57200" y="2542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Screen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9077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57200" y="30540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Board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41985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4572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Chess Engine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319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4078224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E3F1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57200" y="40782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3749040"/>
            <a:ext cx="822960" cy="0"/>
          </a:xfrm>
          <a:prstGeom prst="line">
            <a:avLst/>
          </a:prstGeom>
          <a:noFill/>
          <a:ln w="25400">
            <a:solidFill>
              <a:srgbClr val="146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4206240" y="1097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the browser: HTML · CSS · JavaScript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06240" y="2468880"/>
            <a:ext cx="4480560" cy="1965960"/>
          </a:xfrm>
          <a:prstGeom prst="roundRect">
            <a:avLst>
              <a:gd name="adj" fmla="val 4651"/>
            </a:avLst>
          </a:prstGeom>
          <a:solidFill>
            <a:srgbClr val="F3F5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389120" y="2542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engine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389120" y="292608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7BC8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438912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validation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292608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7BC8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49224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management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0" y="338328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7BC8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438912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92240" y="338328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7BC8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649224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detection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89120" y="384048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7BC8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438912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Checkmate detection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384048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7BC8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649224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history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91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GISMA Experience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 Chess Challenge · Hackathon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4754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937760" cy="3383280"/>
          </a:xfrm>
          <a:prstGeom prst="roundRect">
            <a:avLst>
              <a:gd name="adj" fmla="val 2703"/>
            </a:avLst>
          </a:prstGeom>
          <a:solidFill>
            <a:srgbClr val="F3F5F4"/>
          </a:solidFill>
          <a:ln w="12700">
            <a:solidFill>
              <a:srgbClr val="E3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4937760" cy="292608"/>
          </a:xfrm>
          <a:prstGeom prst="roundRect">
            <a:avLst>
              <a:gd name="adj" fmla="val 31250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21792" y="1188720"/>
            <a:ext cx="109728" cy="109728"/>
          </a:xfrm>
          <a:prstGeom prst="ellipse">
            <a:avLst/>
          </a:prstGeom>
          <a:solidFill>
            <a:srgbClr val="7BC89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04672" y="118872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87552" y="118872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31520" y="1600200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33272" y="1600200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335024" y="1600200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636776" y="1600200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938528" y="1600200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40280" y="1600200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542032" y="1600200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843784" y="1600200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31520" y="1901952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33272" y="1901952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335024" y="1901952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636776" y="1901952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938528" y="1901952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40280" y="1901952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542032" y="1901952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843784" y="1901952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31520" y="2203704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33272" y="2203704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335024" y="2203704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636776" y="2203704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938528" y="2203704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240280" y="2203704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542032" y="2203704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843784" y="2203704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31520" y="2505456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033272" y="2505456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335024" y="2505456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636776" y="2505456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938528" y="2505456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2240280" y="2505456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542032" y="2505456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843784" y="2505456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31520" y="2807208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1033272" y="2807208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1335024" y="2807208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1636776" y="2807208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938528" y="2807208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240280" y="2807208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2542032" y="2807208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843784" y="2807208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731520" y="3108960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1033272" y="3108960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335024" y="3108960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1636776" y="3108960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1938528" y="3108960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2240280" y="3108960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542032" y="3108960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843784" y="3108960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731520" y="3410712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1033272" y="3410712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1335024" y="3410712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1636776" y="3410712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938528" y="3410712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2240280" y="3410712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542032" y="3410712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843784" y="3410712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731520" y="3712464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1033272" y="3712464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1335024" y="3712464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1636776" y="3712464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1938528" y="3712464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2240280" y="3712464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2542032" y="3712464"/>
            <a:ext cx="301752" cy="301752"/>
          </a:xfrm>
          <a:prstGeom prst="rect">
            <a:avLst/>
          </a:prstGeom>
          <a:solidFill>
            <a:srgbClr val="5FA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2843784" y="3712464"/>
            <a:ext cx="301752" cy="301752"/>
          </a:xfrm>
          <a:prstGeom prst="rect">
            <a:avLst/>
          </a:prstGeom>
          <a:solidFill>
            <a:srgbClr val="D9EB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 txBox="1"/>
          <p:nvPr/>
        </p:nvSpPr>
        <p:spPr>
          <a:xfrm>
            <a:off x="731520" y="1600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♜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1033272" y="1600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1335024" y="1600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♝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1636776" y="1600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♛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1938528" y="1600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♚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2240280" y="1600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♝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2542032" y="1600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2843784" y="1600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♜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31520" y="1901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1033272" y="1901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1335024" y="1901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1636776" y="1901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88" name="Text 86"/>
          <p:cNvSpPr txBox="1"/>
          <p:nvPr/>
        </p:nvSpPr>
        <p:spPr>
          <a:xfrm>
            <a:off x="1938528" y="1901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2240280" y="1901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2542032" y="1901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2843784" y="19019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731520" y="34107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1033272" y="34107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94" name="Text 92"/>
          <p:cNvSpPr txBox="1"/>
          <p:nvPr/>
        </p:nvSpPr>
        <p:spPr>
          <a:xfrm>
            <a:off x="1335024" y="34107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95" name="Text 93"/>
          <p:cNvSpPr txBox="1"/>
          <p:nvPr/>
        </p:nvSpPr>
        <p:spPr>
          <a:xfrm>
            <a:off x="1636776" y="34107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1938528" y="34107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97" name="Text 95"/>
          <p:cNvSpPr txBox="1"/>
          <p:nvPr/>
        </p:nvSpPr>
        <p:spPr>
          <a:xfrm>
            <a:off x="2240280" y="34107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98" name="Text 96"/>
          <p:cNvSpPr txBox="1"/>
          <p:nvPr/>
        </p:nvSpPr>
        <p:spPr>
          <a:xfrm>
            <a:off x="2542032" y="34107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99" name="Text 97"/>
          <p:cNvSpPr txBox="1"/>
          <p:nvPr/>
        </p:nvSpPr>
        <p:spPr>
          <a:xfrm>
            <a:off x="2843784" y="34107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1100" dirty="0"/>
          </a:p>
        </p:txBody>
      </p:sp>
      <p:sp>
        <p:nvSpPr>
          <p:cNvPr id="100" name="Text 98"/>
          <p:cNvSpPr txBox="1"/>
          <p:nvPr/>
        </p:nvSpPr>
        <p:spPr>
          <a:xfrm>
            <a:off x="731520" y="37124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♜</a:t>
            </a:r>
            <a:endParaRPr lang="en-US" sz="1100" dirty="0"/>
          </a:p>
        </p:txBody>
      </p:sp>
      <p:sp>
        <p:nvSpPr>
          <p:cNvPr id="101" name="Text 99"/>
          <p:cNvSpPr txBox="1"/>
          <p:nvPr/>
        </p:nvSpPr>
        <p:spPr>
          <a:xfrm>
            <a:off x="1033272" y="37124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1100" dirty="0"/>
          </a:p>
        </p:txBody>
      </p:sp>
      <p:sp>
        <p:nvSpPr>
          <p:cNvPr id="102" name="Text 100"/>
          <p:cNvSpPr txBox="1"/>
          <p:nvPr/>
        </p:nvSpPr>
        <p:spPr>
          <a:xfrm>
            <a:off x="1335024" y="37124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♝</a:t>
            </a:r>
            <a:endParaRPr lang="en-US" sz="1100" dirty="0"/>
          </a:p>
        </p:txBody>
      </p:sp>
      <p:sp>
        <p:nvSpPr>
          <p:cNvPr id="103" name="Text 101"/>
          <p:cNvSpPr txBox="1"/>
          <p:nvPr/>
        </p:nvSpPr>
        <p:spPr>
          <a:xfrm>
            <a:off x="1636776" y="37124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♛</a:t>
            </a:r>
            <a:endParaRPr lang="en-US" sz="1100" dirty="0"/>
          </a:p>
        </p:txBody>
      </p:sp>
      <p:sp>
        <p:nvSpPr>
          <p:cNvPr id="104" name="Text 102"/>
          <p:cNvSpPr txBox="1"/>
          <p:nvPr/>
        </p:nvSpPr>
        <p:spPr>
          <a:xfrm>
            <a:off x="1938528" y="37124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♚</a:t>
            </a:r>
            <a:endParaRPr lang="en-US" sz="1100" dirty="0"/>
          </a:p>
        </p:txBody>
      </p:sp>
      <p:sp>
        <p:nvSpPr>
          <p:cNvPr id="105" name="Text 103"/>
          <p:cNvSpPr txBox="1"/>
          <p:nvPr/>
        </p:nvSpPr>
        <p:spPr>
          <a:xfrm>
            <a:off x="2240280" y="37124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♝</a:t>
            </a:r>
            <a:endParaRPr lang="en-US" sz="1100" dirty="0"/>
          </a:p>
        </p:txBody>
      </p:sp>
      <p:sp>
        <p:nvSpPr>
          <p:cNvPr id="106" name="Text 104"/>
          <p:cNvSpPr txBox="1"/>
          <p:nvPr/>
        </p:nvSpPr>
        <p:spPr>
          <a:xfrm>
            <a:off x="2542032" y="37124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1100" dirty="0"/>
          </a:p>
        </p:txBody>
      </p:sp>
      <p:sp>
        <p:nvSpPr>
          <p:cNvPr id="107" name="Text 105"/>
          <p:cNvSpPr txBox="1"/>
          <p:nvPr/>
        </p:nvSpPr>
        <p:spPr>
          <a:xfrm>
            <a:off x="2843784" y="371246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n w="12700">
                  <a:solidFill>
                    <a:srgbClr val="08261C"/>
                  </a:solidFill>
                </a:ln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♜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3291840" y="16002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 txBox="1"/>
          <p:nvPr/>
        </p:nvSpPr>
        <p:spPr>
          <a:xfrm>
            <a:off x="329184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      10:00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3291840" y="21945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 txBox="1"/>
          <p:nvPr/>
        </p:nvSpPr>
        <p:spPr>
          <a:xfrm>
            <a:off x="338328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History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3429000" y="2606040"/>
            <a:ext cx="1645920" cy="109728"/>
          </a:xfrm>
          <a:prstGeom prst="rect">
            <a:avLst/>
          </a:prstGeom>
          <a:solidFill>
            <a:srgbClr val="D5DC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3429000" y="2852928"/>
            <a:ext cx="1645920" cy="109728"/>
          </a:xfrm>
          <a:prstGeom prst="rect">
            <a:avLst/>
          </a:prstGeom>
          <a:solidFill>
            <a:srgbClr val="D5DC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3429000" y="3099816"/>
            <a:ext cx="1645920" cy="109728"/>
          </a:xfrm>
          <a:prstGeom prst="rect">
            <a:avLst/>
          </a:prstGeom>
          <a:solidFill>
            <a:srgbClr val="D5DC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3291840" y="35204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 txBox="1"/>
          <p:nvPr/>
        </p:nvSpPr>
        <p:spPr>
          <a:xfrm>
            <a:off x="329184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      10:00</a:t>
            </a:r>
            <a:endParaRPr lang="en-US" sz="1100" dirty="0"/>
          </a:p>
        </p:txBody>
      </p:sp>
      <p:sp>
        <p:nvSpPr>
          <p:cNvPr id="117" name="Text 115"/>
          <p:cNvSpPr txBox="1"/>
          <p:nvPr/>
        </p:nvSpPr>
        <p:spPr>
          <a:xfrm>
            <a:off x="45720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game screenshot ]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760720" y="1234440"/>
            <a:ext cx="347472" cy="34747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 txBox="1"/>
          <p:nvPr/>
        </p:nvSpPr>
        <p:spPr>
          <a:xfrm>
            <a:off x="576072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6263640" y="11887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GISMA-inspired green theme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5760720" y="1783080"/>
            <a:ext cx="347472" cy="34747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 txBox="1"/>
          <p:nvPr/>
        </p:nvSpPr>
        <p:spPr>
          <a:xfrm>
            <a:off x="576072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626364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contrast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5760720" y="2331720"/>
            <a:ext cx="347472" cy="34747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 txBox="1"/>
          <p:nvPr/>
        </p:nvSpPr>
        <p:spPr>
          <a:xfrm>
            <a:off x="576072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6263640" y="2286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 logo integration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5760720" y="2880360"/>
            <a:ext cx="347472" cy="34747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 txBox="1"/>
          <p:nvPr/>
        </p:nvSpPr>
        <p:spPr>
          <a:xfrm>
            <a:off x="57607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6263640" y="28346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cards and buttons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5760720" y="3429000"/>
            <a:ext cx="347472" cy="34747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 txBox="1"/>
          <p:nvPr/>
        </p:nvSpPr>
        <p:spPr>
          <a:xfrm>
            <a:off x="576072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63640" y="3383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Chess-inspired interface</a:t>
            </a:r>
            <a:endParaRPr lang="en-US" sz="1300" dirty="0"/>
          </a:p>
        </p:txBody>
      </p:sp>
      <p:sp>
        <p:nvSpPr>
          <p:cNvPr id="133" name="Shape 131"/>
          <p:cNvSpPr/>
          <p:nvPr/>
        </p:nvSpPr>
        <p:spPr>
          <a:xfrm>
            <a:off x="5760720" y="3977640"/>
            <a:ext cx="347472" cy="34747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 txBox="1"/>
          <p:nvPr/>
        </p:nvSpPr>
        <p:spPr>
          <a:xfrm>
            <a:off x="576072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6263640" y="3931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responsive layout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91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♞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 Chess Challenge · Hackathon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4754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chess rules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C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21208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JavaScript functions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029968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20299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game state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20299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C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2029968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212080" y="20299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represented as a 2D array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688336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" y="26883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legal moves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26883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C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0" y="2688336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212080" y="26883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move calculation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346704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40080" y="33467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smooth start-game experience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3467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C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29200" y="3346704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5212080" y="33467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game-state management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40080" y="40050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timers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0" y="40050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C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029200" y="4005072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5212080" y="40050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timer system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Next? 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0058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Chess Opponent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65176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127248" y="10058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Multiplayer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75488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30368" y="10058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66560" y="10058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85800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33488" y="10058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Load Games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48640" y="1920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Statistics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0" y="1920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2651760" y="1920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127248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Sound Effects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1920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754880" y="1920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230368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Mobile Experience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66560" y="1920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46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858000" y="1920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33488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Themes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THINK. PLAY. CONQUER.</a:t>
            </a:r>
            <a:endParaRPr lang="en-US" sz="3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BC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♟️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4754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7BC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GISMA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549</Words>
  <Application>Microsoft Office PowerPoint</Application>
  <PresentationFormat>On-screen Show (16:9)</PresentationFormat>
  <Paragraphs>280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196400307058</cp:lastModifiedBy>
  <cp:revision>3</cp:revision>
  <dcterms:created xsi:type="dcterms:W3CDTF">2026-09-24T13:35:50Z</dcterms:created>
  <dcterms:modified xsi:type="dcterms:W3CDTF">2026-09-24T23:46:48Z</dcterms:modified>
</cp:coreProperties>
</file>